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8" r:id="rId4"/>
    <p:sldId id="257" r:id="rId5"/>
    <p:sldId id="260" r:id="rId6"/>
    <p:sldId id="259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195" y="1605280"/>
            <a:ext cx="10350500" cy="1179195"/>
          </a:xfrm>
        </p:spPr>
        <p:txBody>
          <a:bodyPr/>
          <a:lstStyle/>
          <a:p>
            <a:pPr algn="ctr"/>
            <a:r>
              <a:rPr lang="en-US" altLang="en-US"/>
              <a:t>Проектирование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реализация</a:t>
            </a:r>
            <a:r>
              <a:rPr lang="en-US" altLang="ru-RU"/>
              <a:t> </a:t>
            </a:r>
            <a:r>
              <a:rPr lang="en-US" altLang="en-US"/>
              <a:t>реляционной</a:t>
            </a:r>
            <a:r>
              <a:rPr lang="en-US" altLang="ru-RU"/>
              <a:t> </a:t>
            </a:r>
            <a:r>
              <a:rPr lang="en-US" altLang="en-US"/>
              <a:t>базы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идентификации</a:t>
            </a:r>
            <a:r>
              <a:rPr lang="en-US" altLang="ru-RU"/>
              <a:t> </a:t>
            </a:r>
            <a:r>
              <a:rPr lang="en-US" altLang="en-US"/>
              <a:t>видов</a:t>
            </a:r>
            <a:r>
              <a:rPr lang="en-US" altLang="ru-RU"/>
              <a:t> </a:t>
            </a:r>
            <a:r>
              <a:rPr lang="en-US" altLang="en-US"/>
              <a:t>насекомых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их</a:t>
            </a:r>
            <a:r>
              <a:rPr lang="en-US" altLang="ru-RU"/>
              <a:t> </a:t>
            </a:r>
            <a:r>
              <a:rPr lang="en-US" altLang="en-US"/>
              <a:t>описанию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ru-RU"/>
              <a:t>Введение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Предметная</a:t>
            </a:r>
            <a:r>
              <a:rPr lang="en-US" altLang="ru-RU" sz="2400" b="1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область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:</a:t>
            </a:r>
            <a:r>
              <a:rPr lang="ru-RU" altLang="en-US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система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идентификации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видов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насекомых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по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их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описанию</a:t>
            </a:r>
            <a:endParaRPr lang="en-US" altLang="en-US" sz="2400"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Источники</a:t>
            </a:r>
            <a:r>
              <a:rPr lang="en-US" altLang="ru-RU" sz="2400" b="1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данных</a:t>
            </a:r>
            <a:r>
              <a:rPr lang="en-US" altLang="ru-RU" sz="2400" b="1">
                <a:latin typeface="Bahnschrift" panose="020B0502040204020203" charset="0"/>
                <a:cs typeface="Bahnschrift" panose="020B0502040204020203" charset="0"/>
              </a:rPr>
              <a:t>:</a:t>
            </a:r>
            <a:r>
              <a:rPr lang="ru-RU" altLang="en-US" sz="2400" b="1">
                <a:latin typeface="Bahnschrift" panose="020B0502040204020203" charset="0"/>
                <a:cs typeface="Bahnschrift" panose="020B0502040204020203" charset="0"/>
              </a:rPr>
              <a:t> </a:t>
            </a:r>
            <a:endParaRPr lang="ru-RU" altLang="en-US" sz="2400" b="1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научные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публикации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по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энтомологии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;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атласы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-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определители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насекомых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;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данные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о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таксономии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,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биотопах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наблюдениях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Методы</a:t>
            </a:r>
            <a:r>
              <a:rPr lang="en-US" altLang="ru-RU" sz="2400" b="1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 b="1">
                <a:latin typeface="Bahnschrift" panose="020B0502040204020203" charset="0"/>
                <a:cs typeface="Bahnschrift" panose="020B0502040204020203" charset="0"/>
              </a:rPr>
              <a:t>проектирования</a:t>
            </a:r>
            <a:r>
              <a:rPr lang="en-US" altLang="ru-RU" sz="2400" b="1">
                <a:latin typeface="Bahnschrift" panose="020B0502040204020203" charset="0"/>
                <a:cs typeface="Bahnschrift" panose="020B0502040204020203" charset="0"/>
              </a:rPr>
              <a:t>:</a:t>
            </a:r>
            <a:endParaRPr lang="en-US" altLang="ru-RU" sz="2400" b="1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анализ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предметной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области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;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ER-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моделирование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;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нормализация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2400">
                <a:latin typeface="Bahnschrift" panose="020B0502040204020203" charset="0"/>
                <a:cs typeface="Bahnschrift" panose="020B0502040204020203" charset="0"/>
              </a:rPr>
              <a:t>данных</a:t>
            </a:r>
            <a:r>
              <a:rPr lang="en-US" altLang="ru-RU" sz="2400"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altLang="ru-RU" sz="2400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Анализ</a:t>
            </a:r>
            <a:r>
              <a:rPr lang="en-US" altLang="ru-RU"/>
              <a:t> </a:t>
            </a:r>
            <a:r>
              <a:rPr lang="en-US" altLang="en-US"/>
              <a:t>предметной</a:t>
            </a:r>
            <a:r>
              <a:rPr lang="en-US" altLang="ru-RU"/>
              <a:t> </a:t>
            </a:r>
            <a:r>
              <a:rPr lang="en-US" altLang="en-US"/>
              <a:t>области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В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ходе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анализа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предметной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области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были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выделены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следующие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основные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сущности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базы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данных</a:t>
            </a:r>
            <a:r>
              <a:rPr lang="en-US" altLang="ru-RU" sz="1800">
                <a:latin typeface="Bahnschrift" panose="020B0502040204020203" charset="0"/>
                <a:cs typeface="Bahnschrift" panose="020B0502040204020203" charset="0"/>
              </a:rPr>
              <a:t>: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ВидНасекомого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Стрекоза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Бабочка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ЖукЖесткокрылый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Сезонность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Биотоп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Регион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МестоНаблюдения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Пользователь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Наблюдение</a:t>
            </a:r>
            <a:endParaRPr lang="en-US" altLang="ru-RU" sz="1800"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1800">
                <a:latin typeface="Bahnschrift" panose="020B0502040204020203" charset="0"/>
                <a:cs typeface="Bahnschrift" panose="020B0502040204020203" charset="0"/>
              </a:rPr>
              <a:t>Идентификация</a:t>
            </a:r>
            <a:endParaRPr lang="en-US" altLang="en-US" sz="1800"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n-US" sz="18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ru-RU" altLang="en-US" sz="1800">
                <a:latin typeface="Bahnschrift" panose="020B0502040204020203" charset="0"/>
                <a:cs typeface="Bahnschrift" panose="020B0502040204020203" charset="0"/>
              </a:rPr>
              <a:t>Было всего выделено 11 основных категорий данных</a:t>
            </a:r>
            <a:endParaRPr lang="ru-RU" altLang="en-US" sz="1800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Бизнес-правила и ограничения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8770" y="1236345"/>
            <a:ext cx="4556760" cy="495300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1152525"/>
            <a:ext cx="4902835" cy="5129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Пользователи и их задачи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65525" y="1174750"/>
            <a:ext cx="511302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ERD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009015"/>
            <a:ext cx="11264265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Реляционная схема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66110" y="1174750"/>
            <a:ext cx="564769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WPS Presentation</Application>
  <PresentationFormat>宽屏</PresentationFormat>
  <Paragraphs>41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Bahnschrift</vt:lpstr>
      <vt:lpstr>Microsoft YaHei</vt:lpstr>
      <vt:lpstr>Arial Unicode MS</vt:lpstr>
      <vt:lpstr>Gear Drives</vt:lpstr>
      <vt:lpstr>PowerPoint 演示文稿</vt:lpstr>
      <vt:lpstr>Введение</vt:lpstr>
      <vt:lpstr>Анализ предметной области</vt:lpstr>
      <vt:lpstr>Бизнес-правила и ограничения</vt:lpstr>
      <vt:lpstr>Пользователи и их задачи</vt:lpstr>
      <vt:lpstr>ERD</vt:lpstr>
      <vt:lpstr>Реляционная схема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Daniil Ryabov</cp:lastModifiedBy>
  <cp:revision>5</cp:revision>
  <dcterms:created xsi:type="dcterms:W3CDTF">2025-07-23T00:59:00Z</dcterms:created>
  <dcterms:modified xsi:type="dcterms:W3CDTF">2025-12-17T19:06:16Z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5630F3F0C9174E16BAD90110EE228B3A_11</vt:lpwstr>
  </property>
</Properties>
</file>